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516" y="-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DB7364-5DDB-4204-BBDE-5C9B372E8E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EFF695F-5ABF-49C8-859F-34BB244783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50ADB5-930F-4DB3-92EF-95C90DEE0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FC06-1758-4488-B00D-A88B6EBD4A64}" type="datetimeFigureOut">
              <a:rPr lang="zh-CN" altLang="en-US" smtClean="0"/>
              <a:t>2019/9/23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F4F7B4-50F7-44E8-98C4-AD89BD0E9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A86053-75BF-469E-8C00-30C32A04A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2FD-F235-4831-8B97-4C55A75E44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8942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0D031D-573B-48E7-AB35-4A809BECF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A48A8B-CCEC-43EB-808E-E583AC824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9B55F4-C5AE-40DC-A1D0-E1AB8E505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FC06-1758-4488-B00D-A88B6EBD4A64}" type="datetimeFigureOut">
              <a:rPr lang="zh-CN" altLang="en-US" smtClean="0"/>
              <a:t>2019/9/23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5A3D1C-0887-4F1C-9139-B27536272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563A59-503D-4697-A3DC-A8CA27EEA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2FD-F235-4831-8B97-4C55A75E44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7496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62950F-BEC5-407A-9E4E-417B993BF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4CC49DD-F2D1-4E6D-8D2A-DC7BA3474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1870D1-E97B-474B-9308-0CBFDF6BA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FC06-1758-4488-B00D-A88B6EBD4A64}" type="datetimeFigureOut">
              <a:rPr lang="zh-CN" altLang="en-US" smtClean="0"/>
              <a:t>2019/9/23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DC1ECF-A436-43FF-A9BE-798FC3371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8D3B3F-872B-4AFD-BB11-C01887095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2FD-F235-4831-8B97-4C55A75E44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746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081068-D53A-4AC1-A753-E20997770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9E9BFF-FB9D-4D43-885F-FB81245C0B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5E21745-1F93-40B1-B138-E3BD490304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6F877B-99FF-486D-99C2-591EAE4CE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FC06-1758-4488-B00D-A88B6EBD4A64}" type="datetimeFigureOut">
              <a:rPr lang="zh-CN" altLang="en-US" smtClean="0"/>
              <a:t>2019/9/23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5D4E02-0DAB-48E5-B8E5-96B2A0D77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67B81D7-5BF1-45B7-BA61-2E093CD87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2FD-F235-4831-8B97-4C55A75E44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2284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46A0E2-82DD-4BF3-9D9A-9CBBA5432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AE5830-B52B-4B6E-A0DF-9EE868DCD0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63FF3F6-5ADA-4C7F-B032-153044F9B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5EA67B0-6B5D-4E80-A76D-E27A82D9C0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3981D5D-706A-4A87-9785-71A0004BB0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F01911F-5133-43B8-9177-B322FC992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FC06-1758-4488-B00D-A88B6EBD4A64}" type="datetimeFigureOut">
              <a:rPr lang="zh-CN" altLang="en-US" smtClean="0"/>
              <a:t>2019/9/23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BD4B065-6929-43B3-96BB-199E1D685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5E6DCF1-7887-4A44-9C9F-A389C2D6C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2FD-F235-4831-8B97-4C55A75E44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657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DAF520-F91A-4719-9C1B-300356DEF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387310E-00DA-4577-BE8F-935D53D08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FC06-1758-4488-B00D-A88B6EBD4A64}" type="datetimeFigureOut">
              <a:rPr lang="zh-CN" altLang="en-US" smtClean="0"/>
              <a:t>2019/9/23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C727490-2590-4FD8-BEA7-54DA504B3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EC19C8B-C717-4E4B-99B7-52E0C0120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2FD-F235-4831-8B97-4C55A75E44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9680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494996B-2A3A-4510-AC41-682AD7CC0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FC06-1758-4488-B00D-A88B6EBD4A64}" type="datetimeFigureOut">
              <a:rPr lang="zh-CN" altLang="en-US" smtClean="0"/>
              <a:t>2019/9/23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96CED70-D02B-46AC-B335-85C1D28CE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E50CA0-E5D0-4C34-A08D-EEB834BF7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2FD-F235-4831-8B97-4C55A75E44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7572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3E6386-3FB6-4579-886A-1037889C2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B46FFF-17CE-4F55-AFD2-C54A631B2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B68D057-F803-4049-8D0B-A4DB0CC08C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EC1F907-427B-4F31-A55B-D3624F24F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FC06-1758-4488-B00D-A88B6EBD4A64}" type="datetimeFigureOut">
              <a:rPr lang="zh-CN" altLang="en-US" smtClean="0"/>
              <a:t>2019/9/23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430F84-D6CE-49FB-BF80-A0180A9FB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DD0DB9-416C-4B20-BA02-CCCB2B688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2FD-F235-4831-8B97-4C55A75E44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9523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CFEEC7-F534-47C2-92FB-18EC07432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6A6C06F-2ABB-405B-85D0-EBF37AE403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8E14F35-2D15-4FAB-8027-A574BC0E8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0570E6-BD03-459B-80B4-60A80B7C2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FC06-1758-4488-B00D-A88B6EBD4A64}" type="datetimeFigureOut">
              <a:rPr lang="zh-CN" altLang="en-US" smtClean="0"/>
              <a:t>2019/9/23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FAF819-96B3-4BAB-BE4D-DF8C0934F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ED82AB-88FB-455A-A282-ECA871E04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2FD-F235-4831-8B97-4C55A75E44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263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FEB107-E9F5-407D-B014-B63CB23F0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DD95D88-D922-4BBF-8613-3494017CF8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5DF905-E324-4C0B-B321-FE32A784C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FC06-1758-4488-B00D-A88B6EBD4A64}" type="datetimeFigureOut">
              <a:rPr lang="zh-CN" altLang="en-US" smtClean="0"/>
              <a:t>2019/9/23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A9B895-DC43-408C-B3F4-EEB1B86C9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6397C2-8948-4CFB-BD17-1265B8728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2FD-F235-4831-8B97-4C55A75E44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8599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056BBCB-E6A9-4A06-A72A-88739249D2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D3969A-B4E5-41AE-BCC8-7F5CD0ECE6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73EA9C-7352-4E27-9CF2-0F57B4B6E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FC06-1758-4488-B00D-A88B6EBD4A64}" type="datetimeFigureOut">
              <a:rPr lang="zh-CN" altLang="en-US" smtClean="0"/>
              <a:t>2019/9/23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3FCAEB-BD02-4C97-8FBD-239F4D48E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811FCB-EBE9-41CE-A802-CB8039C5F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2FD-F235-4831-8B97-4C55A75E44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9467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28AAC82-F166-4758-B084-F6E14451B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FB01B7-3643-4408-84BC-CBA72DB029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186E2A-E51A-45E5-ACD9-9A84D7925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C3FC06-1758-4488-B00D-A88B6EBD4A64}" type="datetimeFigureOut">
              <a:rPr lang="zh-CN" altLang="en-US" smtClean="0"/>
              <a:t>2019/9/23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73DE73-1480-49D0-9635-FADBD9AF2F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A40334-93AC-432B-A2BA-ADEE04DBAB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342FD-F235-4831-8B97-4C55A75E44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836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70F879-AF48-4666-9EE1-45FAE728A6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4835"/>
            <a:ext cx="9144000" cy="2387600"/>
          </a:xfrm>
        </p:spPr>
        <p:txBody>
          <a:bodyPr/>
          <a:lstStyle/>
          <a:p>
            <a:r>
              <a:rPr lang="zh-CN" altLang="en-US" dirty="0"/>
              <a:t>京东网站首页制作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CDFA790-3742-4E86-8215-8D75AD7465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02238"/>
            <a:ext cx="9144000" cy="1655762"/>
          </a:xfrm>
        </p:spPr>
        <p:txBody>
          <a:bodyPr>
            <a:normAutofit/>
          </a:bodyPr>
          <a:lstStyle/>
          <a:p>
            <a:r>
              <a:rPr lang="zh-CN" altLang="en-US" sz="1800" dirty="0"/>
              <a:t>小组成员：杨侃   王曦文  陈李伊  徐琪  张瑜</a:t>
            </a:r>
          </a:p>
        </p:txBody>
      </p:sp>
    </p:spTree>
    <p:extLst>
      <p:ext uri="{BB962C8B-B14F-4D97-AF65-F5344CB8AC3E}">
        <p14:creationId xmlns:p14="http://schemas.microsoft.com/office/powerpoint/2010/main" val="683658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9CEC14-BA5C-4980-94A8-2432F0963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项目分工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351AC8-C87E-46F4-9877-4064610FC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内容区域</a:t>
            </a:r>
            <a:r>
              <a:rPr lang="en-US" altLang="zh-CN" dirty="0"/>
              <a:t>part2</a:t>
            </a:r>
          </a:p>
          <a:p>
            <a:r>
              <a:rPr lang="en-US" altLang="zh-CN" dirty="0"/>
              <a:t>2.</a:t>
            </a:r>
            <a:r>
              <a:rPr lang="zh-CN" altLang="en-US" dirty="0"/>
              <a:t>内容区域</a:t>
            </a:r>
            <a:r>
              <a:rPr lang="en-US" altLang="zh-CN" dirty="0"/>
              <a:t>part3</a:t>
            </a:r>
          </a:p>
          <a:p>
            <a:r>
              <a:rPr lang="en-US" altLang="zh-CN" dirty="0"/>
              <a:t>3.</a:t>
            </a:r>
            <a:r>
              <a:rPr lang="zh-CN" altLang="en-US" dirty="0"/>
              <a:t>内容区域</a:t>
            </a:r>
            <a:r>
              <a:rPr lang="en-US" altLang="zh-CN" dirty="0"/>
              <a:t>part4</a:t>
            </a:r>
          </a:p>
          <a:p>
            <a:r>
              <a:rPr lang="en-US" altLang="zh-CN" dirty="0"/>
              <a:t>4.</a:t>
            </a:r>
            <a:r>
              <a:rPr lang="zh-CN" altLang="en-US" dirty="0"/>
              <a:t>底部信息区域</a:t>
            </a:r>
            <a:endParaRPr lang="en-US" altLang="zh-CN" dirty="0"/>
          </a:p>
          <a:p>
            <a:r>
              <a:rPr lang="en-US" altLang="zh-CN" dirty="0"/>
              <a:t>5.</a:t>
            </a:r>
            <a:r>
              <a:rPr lang="zh-CN" altLang="en-US" dirty="0"/>
              <a:t>样式合并及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各个模块之间拼接，内容完善！</a:t>
            </a:r>
          </a:p>
        </p:txBody>
      </p:sp>
    </p:spTree>
    <p:extLst>
      <p:ext uri="{BB962C8B-B14F-4D97-AF65-F5344CB8AC3E}">
        <p14:creationId xmlns:p14="http://schemas.microsoft.com/office/powerpoint/2010/main" val="1217380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905C4F-DBDC-475B-9080-74A89BCD5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1.</a:t>
            </a:r>
            <a:r>
              <a:rPr lang="zh-CN" altLang="en-US" dirty="0"/>
              <a:t>内容区域</a:t>
            </a:r>
            <a:r>
              <a:rPr lang="en-US" altLang="zh-CN" dirty="0"/>
              <a:t>part2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134A35-257A-488D-8513-C73CFEF72A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效果图如下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28E9D6F-5D5B-4AC5-BE89-C3D5DFEF5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707" y="1750146"/>
            <a:ext cx="7220093" cy="132556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FFCD1E1-FCCF-40C0-88C8-F75E96073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707" y="3075709"/>
            <a:ext cx="7220093" cy="2047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192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0D9BE6-9D6D-46A6-A04F-81178DAC2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内容区域</a:t>
            </a:r>
            <a:r>
              <a:rPr lang="en-US" altLang="zh-CN" dirty="0"/>
              <a:t>part3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DDB48245-B95E-4538-878B-6ADB23E4F4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40236" y="1908753"/>
            <a:ext cx="4613564" cy="197156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2879BA8-7765-4373-819D-16ED62785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0236" y="3880317"/>
            <a:ext cx="4613564" cy="100476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CCAFBCF-5A3B-4305-97AB-1EDFC80542A2}"/>
              </a:ext>
            </a:extLst>
          </p:cNvPr>
          <p:cNvSpPr txBox="1"/>
          <p:nvPr/>
        </p:nvSpPr>
        <p:spPr>
          <a:xfrm>
            <a:off x="1052944" y="1908753"/>
            <a:ext cx="5500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效果图如下</a:t>
            </a:r>
          </a:p>
        </p:txBody>
      </p:sp>
    </p:spTree>
    <p:extLst>
      <p:ext uri="{BB962C8B-B14F-4D97-AF65-F5344CB8AC3E}">
        <p14:creationId xmlns:p14="http://schemas.microsoft.com/office/powerpoint/2010/main" val="4201737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2E4EFE-354A-46A7-BC57-F30FDF088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</a:t>
            </a:r>
            <a:r>
              <a:rPr lang="zh-CN" altLang="en-US" dirty="0"/>
              <a:t>内容区域</a:t>
            </a:r>
            <a:r>
              <a:rPr lang="en-US" altLang="zh-CN" dirty="0"/>
              <a:t>part4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5DA3562E-AE7A-4A9E-9340-A1C1EBB807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44083"/>
            <a:ext cx="10515600" cy="41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38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142D91-B7D6-4CA1-9323-8606FC794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</a:t>
            </a:r>
            <a:r>
              <a:rPr lang="zh-CN" altLang="en-US" dirty="0"/>
              <a:t>底部信息区域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062F69-4DF8-42AD-917E-6F32F14945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效果图如下：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3278C29-39DE-4690-BDAF-6FC62EF45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512" y="1825625"/>
            <a:ext cx="8884488" cy="4005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327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A17392-487E-47CF-993A-135A938C1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</a:t>
            </a:r>
            <a:r>
              <a:rPr lang="zh-CN" altLang="en-US" dirty="0"/>
              <a:t>样式合并及</a:t>
            </a:r>
            <a:br>
              <a:rPr lang="en-US" altLang="zh-CN" dirty="0"/>
            </a:br>
            <a:r>
              <a:rPr lang="zh-CN" altLang="en-US" dirty="0"/>
              <a:t>各个模块之间拼接，内容完善！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E187F5-97BF-4C5A-9178-4E6D36C5F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任务分别辅助另外四人完成他们的四个模块！并进行合并，完善！</a:t>
            </a:r>
          </a:p>
        </p:txBody>
      </p:sp>
    </p:spTree>
    <p:extLst>
      <p:ext uri="{BB962C8B-B14F-4D97-AF65-F5344CB8AC3E}">
        <p14:creationId xmlns:p14="http://schemas.microsoft.com/office/powerpoint/2010/main" val="1850842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110</Words>
  <Application>Microsoft Office PowerPoint</Application>
  <PresentationFormat>宽屏</PresentationFormat>
  <Paragraphs>18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等线 Light</vt:lpstr>
      <vt:lpstr>Arial</vt:lpstr>
      <vt:lpstr>Office 主题​​</vt:lpstr>
      <vt:lpstr>京东网站首页制作</vt:lpstr>
      <vt:lpstr>项目分工</vt:lpstr>
      <vt:lpstr> 1.内容区域part2</vt:lpstr>
      <vt:lpstr>2.内容区域part3</vt:lpstr>
      <vt:lpstr>3.内容区域part4</vt:lpstr>
      <vt:lpstr>4.底部信息区域</vt:lpstr>
      <vt:lpstr>5.样式合并及 各个模块之间拼接，内容完善！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京东网站首页制作</dc:title>
  <dc:creator> </dc:creator>
  <cp:lastModifiedBy> </cp:lastModifiedBy>
  <cp:revision>9</cp:revision>
  <dcterms:created xsi:type="dcterms:W3CDTF">2019-09-23T06:00:14Z</dcterms:created>
  <dcterms:modified xsi:type="dcterms:W3CDTF">2019-09-23T06:36:59Z</dcterms:modified>
</cp:coreProperties>
</file>